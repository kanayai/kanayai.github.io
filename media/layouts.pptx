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95" d="100"/>
          <a:sy n="95" d="100"/>
        </p:scale>
        <p:origin x="55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5D8C-8857-584C-D4F7-5D5C171B1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86B86-023B-4E9F-93A8-D621F3DB7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37E78-513C-43CF-537B-A85F02C5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12B89-8037-F5EB-3E49-FC92CA51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4C7A-7349-2DF2-F797-DA0ED493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2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3748-8FE5-A8BE-53A1-696CBA5B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42945-6D02-260A-62AB-34447B5D2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2CEA5-6977-0ABD-AC4B-A4BDBC61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55360-8A0A-EAD2-27AD-9802EAFB7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8CC8-4DD2-D305-B11D-9118B343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49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A3EF-B8CD-47C0-8DF3-38747604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27888-57A6-2683-76CC-C0EFED8EC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8FE15-17B2-861D-DE9B-F98479C3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0C5C-2292-0D94-68BD-6268E10A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BF9C6-2414-46D3-31DE-7B1BB6E2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3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F3A8-0812-B00D-0B40-36A6B23F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2907C-5469-C907-17F6-102AE5605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37E95-68B2-2D81-A51B-CDB4E8B71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064E4-9F7C-3191-DE64-C808067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106C0-6220-1D22-4622-6C3C3B79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25A36-88EE-DE98-D78D-3CF9EE15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40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F4670-7B19-EC7D-3C8B-2B66ACC80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1CBAE-0DC9-2060-38B7-71490604B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5BA25-3318-F72E-A4FD-E9963C5DD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1CA34-6EF4-D6B8-F857-E04296F0F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00874-3119-26AB-AD65-83F750C95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DCC658-CA45-B737-B4FA-9C6F9EDD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0D9D5-0B39-2E20-D8E0-59CCEE07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E5046-3C64-E8F6-F1FA-C1024167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9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BBF4-1545-C3F3-90C1-3BE3B70BE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B0825-F49C-CF56-2FB5-9015AB31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14E6C-5AEA-0FF0-2BC0-E0243E84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35237-8FC1-8793-AC46-D6938611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90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863E8-EC6A-CC2F-6770-FCC9B621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7D397-194C-48C1-17C8-58D9217E8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FA5AF-1258-767C-A149-B902F39D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3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FD08-637E-E51F-DD5B-1CF55C229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FA5E1-C592-76B5-438D-30713BA36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3BA70-E5E0-46D0-C053-663B21F6E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E10B9-D6E6-79EC-0840-CFA664D7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4556D-57AB-CD5E-ABC9-54B7677F8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7AFC1-C392-10FF-4665-81EEE948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76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72F1-FB15-C06D-4709-76B3BED8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A7F58-2AAB-0122-BA0B-4AD9044BF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407F0-BE63-DEC7-5E80-084DC70BA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E8A27-54C7-9AE1-1EA3-1D470804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0FC25-431F-25FD-4D44-743943D5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D989C-C69D-C48A-95AE-FE07510D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4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D755-17D3-B758-8E48-5F5AA3F0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E32C6-6B51-8B51-63C6-3D9E3BAD9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1E1D8-7656-8C26-C549-81859E0D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D79AB-6838-AC57-575D-C4A97ABD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782B7-C296-DFB6-0FFE-B69F5C0F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1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4958F-AD15-3FCD-63B8-15D9AFE9B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5C50D-A633-9843-9C93-8B1637BA6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53C46-243D-78B4-6ADE-4C64F453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E912C-9EC8-635E-3F70-7969ADBC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35C15-109D-1864-8497-8157A88F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9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0008B-0F1C-A8C5-B7B3-B02A79F4C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E9588-AEC8-A5DB-FC1C-A1228D371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C3485-6B80-5D87-44A4-FE9D3FCD5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42F9E-106D-DB4E-83B1-D33990379AAE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BBCFF-DDB1-67AE-B4AE-107F98708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B8832-B82E-591D-C56C-CF68D2AE5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3498B-001F-8E46-89A7-CED9341D1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0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1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7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5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6B869D4-1EEF-4B5F-AD70-79AACBAEE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cup of coffee on a desk&#10;&#10;AI-generated content may be incorrect.">
            <a:extLst>
              <a:ext uri="{FF2B5EF4-FFF2-40B4-BE49-F238E27FC236}">
                <a16:creationId xmlns:a16="http://schemas.microsoft.com/office/drawing/2014/main" id="{F87FF326-EE38-26FD-B9D7-603E51E6C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8" r="1" b="33050"/>
          <a:stretch/>
        </p:blipFill>
        <p:spPr>
          <a:xfrm>
            <a:off x="-2" y="10"/>
            <a:ext cx="7995504" cy="6857990"/>
          </a:xfrm>
          <a:prstGeom prst="rect">
            <a:avLst/>
          </a:prstGeom>
        </p:spPr>
      </p:pic>
      <p:pic>
        <p:nvPicPr>
          <p:cNvPr id="9" name="Picture 8" descr="A person standing at a desk with a computer&#10;&#10;AI-generated content may be incorrect.">
            <a:extLst>
              <a:ext uri="{FF2B5EF4-FFF2-40B4-BE49-F238E27FC236}">
                <a16:creationId xmlns:a16="http://schemas.microsoft.com/office/drawing/2014/main" id="{6A2E61FD-A898-25A7-ED02-EA0FB9FAE4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730" r="3" b="27523"/>
          <a:stretch/>
        </p:blipFill>
        <p:spPr>
          <a:xfrm>
            <a:off x="8188032" y="10"/>
            <a:ext cx="4003968" cy="2228747"/>
          </a:xfrm>
          <a:prstGeom prst="rect">
            <a:avLst/>
          </a:prstGeom>
        </p:spPr>
      </p:pic>
      <p:pic>
        <p:nvPicPr>
          <p:cNvPr id="11" name="Picture 10" descr="A graph of a graph showing a concentric circle&#10;&#10;AI-generated content may be incorrect.">
            <a:extLst>
              <a:ext uri="{FF2B5EF4-FFF2-40B4-BE49-F238E27FC236}">
                <a16:creationId xmlns:a16="http://schemas.microsoft.com/office/drawing/2014/main" id="{6A0615E8-D5F4-ED68-F46B-242B38BE2B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87" r="1" b="30423"/>
          <a:stretch/>
        </p:blipFill>
        <p:spPr>
          <a:xfrm>
            <a:off x="8188029" y="2400472"/>
            <a:ext cx="4003969" cy="2057046"/>
          </a:xfrm>
          <a:prstGeom prst="rect">
            <a:avLst/>
          </a:prstGeom>
        </p:spPr>
      </p:pic>
      <p:pic>
        <p:nvPicPr>
          <p:cNvPr id="5" name="Picture 4" descr="A person standing in front of a chalkboard&#10;&#10;AI-generated content may be incorrect.">
            <a:extLst>
              <a:ext uri="{FF2B5EF4-FFF2-40B4-BE49-F238E27FC236}">
                <a16:creationId xmlns:a16="http://schemas.microsoft.com/office/drawing/2014/main" id="{B332D9F5-1167-57C0-E794-6939CE832F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" b="1042"/>
          <a:stretch/>
        </p:blipFill>
        <p:spPr>
          <a:xfrm>
            <a:off x="8188029" y="4629229"/>
            <a:ext cx="4003969" cy="222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78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at a desk with a computer&#10;&#10;AI-generated content may be incorrect.">
            <a:extLst>
              <a:ext uri="{FF2B5EF4-FFF2-40B4-BE49-F238E27FC236}">
                <a16:creationId xmlns:a16="http://schemas.microsoft.com/office/drawing/2014/main" id="{F23CF387-A19D-9FD4-6C4B-B3C39FEE20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724" r="2" b="22517"/>
          <a:stretch/>
        </p:blipFill>
        <p:spPr>
          <a:xfrm>
            <a:off x="4166505" y="10"/>
            <a:ext cx="4444096" cy="3067040"/>
          </a:xfrm>
          <a:prstGeom prst="rect">
            <a:avLst/>
          </a:prstGeom>
        </p:spPr>
      </p:pic>
      <p:pic>
        <p:nvPicPr>
          <p:cNvPr id="9" name="Picture 8" descr="A graph of a graph showing a concentric circle&#10;&#10;AI-generated content may be incorrect.">
            <a:extLst>
              <a:ext uri="{FF2B5EF4-FFF2-40B4-BE49-F238E27FC236}">
                <a16:creationId xmlns:a16="http://schemas.microsoft.com/office/drawing/2014/main" id="{0075D800-455A-741B-FE49-0B9F49C7E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08" r="2" b="39746"/>
          <a:stretch/>
        </p:blipFill>
        <p:spPr>
          <a:xfrm>
            <a:off x="-1" y="3790950"/>
            <a:ext cx="8305800" cy="3067051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A518CE4-E4D4-4D8A-980F-6D692AC9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155454" cy="4845530"/>
          </a:xfrm>
          <a:custGeom>
            <a:avLst/>
            <a:gdLst>
              <a:gd name="connsiteX0" fmla="*/ 0 w 5155454"/>
              <a:gd name="connsiteY0" fmla="*/ 0 h 4845530"/>
              <a:gd name="connsiteX1" fmla="*/ 4766270 w 5155454"/>
              <a:gd name="connsiteY1" fmla="*/ 0 h 4845530"/>
              <a:gd name="connsiteX2" fmla="*/ 4896671 w 5155454"/>
              <a:gd name="connsiteY2" fmla="*/ 270697 h 4845530"/>
              <a:gd name="connsiteX3" fmla="*/ 5155454 w 5155454"/>
              <a:gd name="connsiteY3" fmla="*/ 1552495 h 4845530"/>
              <a:gd name="connsiteX4" fmla="*/ 1862419 w 5155454"/>
              <a:gd name="connsiteY4" fmla="*/ 4845530 h 4845530"/>
              <a:gd name="connsiteX5" fmla="*/ 21252 w 5155454"/>
              <a:gd name="connsiteY5" fmla="*/ 4283132 h 4845530"/>
              <a:gd name="connsiteX6" fmla="*/ 0 w 5155454"/>
              <a:gd name="connsiteY6" fmla="*/ 4267240 h 484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5454" h="4845530">
                <a:moveTo>
                  <a:pt x="0" y="0"/>
                </a:moveTo>
                <a:lnTo>
                  <a:pt x="4766270" y="0"/>
                </a:lnTo>
                <a:lnTo>
                  <a:pt x="4896671" y="270697"/>
                </a:lnTo>
                <a:cubicBezTo>
                  <a:pt x="5063308" y="664671"/>
                  <a:pt x="5155454" y="1097822"/>
                  <a:pt x="5155454" y="1552495"/>
                </a:cubicBezTo>
                <a:cubicBezTo>
                  <a:pt x="5155454" y="3371188"/>
                  <a:pt x="3681112" y="4845530"/>
                  <a:pt x="1862419" y="4845530"/>
                </a:cubicBezTo>
                <a:cubicBezTo>
                  <a:pt x="1180409" y="4845530"/>
                  <a:pt x="546824" y="4638201"/>
                  <a:pt x="21252" y="4283132"/>
                </a:cubicBezTo>
                <a:lnTo>
                  <a:pt x="0" y="42672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A person standing in front of a chalkboard&#10;&#10;AI-generated content may be incorrect.">
            <a:extLst>
              <a:ext uri="{FF2B5EF4-FFF2-40B4-BE49-F238E27FC236}">
                <a16:creationId xmlns:a16="http://schemas.microsoft.com/office/drawing/2014/main" id="{0E287F85-63DB-E04C-BA6E-908FF193F4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721" r="19472" b="1"/>
          <a:stretch/>
        </p:blipFill>
        <p:spPr>
          <a:xfrm>
            <a:off x="1" y="2"/>
            <a:ext cx="5017099" cy="4718647"/>
          </a:xfrm>
          <a:custGeom>
            <a:avLst/>
            <a:gdLst/>
            <a:ahLst/>
            <a:cxnLst/>
            <a:rect l="l" t="t" r="r" b="b"/>
            <a:pathLst>
              <a:path w="5017099" h="4718647">
                <a:moveTo>
                  <a:pt x="0" y="0"/>
                </a:moveTo>
                <a:lnTo>
                  <a:pt x="4599738" y="0"/>
                </a:lnTo>
                <a:lnTo>
                  <a:pt x="4636346" y="60259"/>
                </a:lnTo>
                <a:cubicBezTo>
                  <a:pt x="4879170" y="507256"/>
                  <a:pt x="5017099" y="1019504"/>
                  <a:pt x="5017099" y="1563967"/>
                </a:cubicBezTo>
                <a:cubicBezTo>
                  <a:pt x="5017099" y="3306249"/>
                  <a:pt x="3604701" y="4718647"/>
                  <a:pt x="1862419" y="4718647"/>
                </a:cubicBezTo>
                <a:cubicBezTo>
                  <a:pt x="1209063" y="4718647"/>
                  <a:pt x="602098" y="4520029"/>
                  <a:pt x="98607" y="4179877"/>
                </a:cubicBezTo>
                <a:lnTo>
                  <a:pt x="0" y="4106140"/>
                </a:lnTo>
                <a:close/>
              </a:path>
            </a:pathLst>
          </a:cu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82BF3E2-EB0E-40D6-8835-2367A531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8480" y="1563968"/>
            <a:ext cx="6043520" cy="5294033"/>
          </a:xfrm>
          <a:custGeom>
            <a:avLst/>
            <a:gdLst>
              <a:gd name="connsiteX0" fmla="*/ 3600823 w 6043520"/>
              <a:gd name="connsiteY0" fmla="*/ 0 h 5294033"/>
              <a:gd name="connsiteX1" fmla="*/ 5891281 w 6043520"/>
              <a:gd name="connsiteY1" fmla="*/ 822253 h 5294033"/>
              <a:gd name="connsiteX2" fmla="*/ 6043520 w 6043520"/>
              <a:gd name="connsiteY2" fmla="*/ 960617 h 5294033"/>
              <a:gd name="connsiteX3" fmla="*/ 6043520 w 6043520"/>
              <a:gd name="connsiteY3" fmla="*/ 5294033 h 5294033"/>
              <a:gd name="connsiteX4" fmla="*/ 423445 w 6043520"/>
              <a:gd name="connsiteY4" fmla="*/ 5294033 h 5294033"/>
              <a:gd name="connsiteX5" fmla="*/ 282971 w 6043520"/>
              <a:gd name="connsiteY5" fmla="*/ 5002426 h 5294033"/>
              <a:gd name="connsiteX6" fmla="*/ 0 w 6043520"/>
              <a:gd name="connsiteY6" fmla="*/ 3600823 h 5294033"/>
              <a:gd name="connsiteX7" fmla="*/ 3600823 w 6043520"/>
              <a:gd name="connsiteY7" fmla="*/ 0 h 529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3520" h="5294033">
                <a:moveTo>
                  <a:pt x="3600823" y="0"/>
                </a:moveTo>
                <a:cubicBezTo>
                  <a:pt x="4470871" y="0"/>
                  <a:pt x="5268847" y="308574"/>
                  <a:pt x="5891281" y="822253"/>
                </a:cubicBezTo>
                <a:lnTo>
                  <a:pt x="6043520" y="960617"/>
                </a:lnTo>
                <a:lnTo>
                  <a:pt x="6043520" y="5294033"/>
                </a:lnTo>
                <a:lnTo>
                  <a:pt x="423445" y="5294033"/>
                </a:lnTo>
                <a:lnTo>
                  <a:pt x="282971" y="5002426"/>
                </a:lnTo>
                <a:cubicBezTo>
                  <a:pt x="100759" y="4571630"/>
                  <a:pt x="0" y="4097993"/>
                  <a:pt x="0" y="3600823"/>
                </a:cubicBezTo>
                <a:cubicBezTo>
                  <a:pt x="0" y="1612143"/>
                  <a:pt x="1612143" y="0"/>
                  <a:pt x="36008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cup of coffee on a desk&#10;&#10;AI-generated content may be incorrect.">
            <a:extLst>
              <a:ext uri="{FF2B5EF4-FFF2-40B4-BE49-F238E27FC236}">
                <a16:creationId xmlns:a16="http://schemas.microsoft.com/office/drawing/2014/main" id="{258DEF51-4929-73C7-9659-493A094880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4" r="-1" b="32464"/>
          <a:stretch/>
        </p:blipFill>
        <p:spPr>
          <a:xfrm>
            <a:off x="6283728" y="1699213"/>
            <a:ext cx="5908273" cy="5158786"/>
          </a:xfrm>
          <a:custGeom>
            <a:avLst/>
            <a:gdLst/>
            <a:ahLst/>
            <a:cxnLst/>
            <a:rect l="l" t="t" r="r" b="b"/>
            <a:pathLst>
              <a:path w="5908273" h="5158786">
                <a:moveTo>
                  <a:pt x="3465576" y="0"/>
                </a:moveTo>
                <a:cubicBezTo>
                  <a:pt x="4302945" y="0"/>
                  <a:pt x="5070948" y="296984"/>
                  <a:pt x="5670004" y="791369"/>
                </a:cubicBezTo>
                <a:lnTo>
                  <a:pt x="5908273" y="1007923"/>
                </a:lnTo>
                <a:lnTo>
                  <a:pt x="5908273" y="5158786"/>
                </a:lnTo>
                <a:lnTo>
                  <a:pt x="443374" y="5158786"/>
                </a:lnTo>
                <a:lnTo>
                  <a:pt x="418277" y="5117476"/>
                </a:lnTo>
                <a:cubicBezTo>
                  <a:pt x="151523" y="4626427"/>
                  <a:pt x="0" y="4063697"/>
                  <a:pt x="0" y="3465576"/>
                </a:cubicBezTo>
                <a:cubicBezTo>
                  <a:pt x="0" y="1551591"/>
                  <a:pt x="1551591" y="0"/>
                  <a:pt x="3465576" y="0"/>
                </a:cubicBezTo>
                <a:close/>
              </a:path>
            </a:pathLst>
          </a:cu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481E86DD-89E6-42B2-8675-84B7C56BF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50534" y="1716727"/>
            <a:ext cx="4572000" cy="45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person and person wearing robes&#10;&#10;AI-generated content may be incorrect.">
            <a:extLst>
              <a:ext uri="{FF2B5EF4-FFF2-40B4-BE49-F238E27FC236}">
                <a16:creationId xmlns:a16="http://schemas.microsoft.com/office/drawing/2014/main" id="{0DCE4E08-8234-761F-097F-C17116EEF9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" b="25002"/>
          <a:stretch/>
        </p:blipFill>
        <p:spPr>
          <a:xfrm>
            <a:off x="3250491" y="1853887"/>
            <a:ext cx="4297680" cy="4297680"/>
          </a:xfrm>
          <a:custGeom>
            <a:avLst/>
            <a:gdLst/>
            <a:ahLst/>
            <a:cxnLst/>
            <a:rect l="l" t="t" r="r" b="b"/>
            <a:pathLst>
              <a:path w="4297680" h="4297680">
                <a:moveTo>
                  <a:pt x="2148840" y="0"/>
                </a:moveTo>
                <a:cubicBezTo>
                  <a:pt x="3335612" y="0"/>
                  <a:pt x="4297680" y="962068"/>
                  <a:pt x="4297680" y="2148840"/>
                </a:cubicBezTo>
                <a:cubicBezTo>
                  <a:pt x="4297680" y="3335612"/>
                  <a:pt x="3335612" y="4297680"/>
                  <a:pt x="2148840" y="4297680"/>
                </a:cubicBezTo>
                <a:cubicBezTo>
                  <a:pt x="962068" y="4297680"/>
                  <a:pt x="0" y="3335612"/>
                  <a:pt x="0" y="2148840"/>
                </a:cubicBezTo>
                <a:cubicBezTo>
                  <a:pt x="0" y="962068"/>
                  <a:pt x="962068" y="0"/>
                  <a:pt x="2148840" y="0"/>
                </a:cubicBezTo>
                <a:close/>
              </a:path>
            </a:pathLst>
          </a:custGeom>
        </p:spPr>
      </p:pic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5EFE9E4D-D93B-4B04-A3B5-234F5DBB9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2313" y="-1"/>
            <a:ext cx="4444096" cy="3211788"/>
          </a:xfrm>
          <a:custGeom>
            <a:avLst/>
            <a:gdLst>
              <a:gd name="connsiteX0" fmla="*/ 5102 w 4444096"/>
              <a:gd name="connsiteY0" fmla="*/ 0 h 3211788"/>
              <a:gd name="connsiteX1" fmla="*/ 4444096 w 4444096"/>
              <a:gd name="connsiteY1" fmla="*/ 0 h 3211788"/>
              <a:gd name="connsiteX2" fmla="*/ 4444096 w 4444096"/>
              <a:gd name="connsiteY2" fmla="*/ 2908319 h 3211788"/>
              <a:gd name="connsiteX3" fmla="*/ 4321598 w 4444096"/>
              <a:gd name="connsiteY3" fmla="*/ 2967330 h 3211788"/>
              <a:gd name="connsiteX4" fmla="*/ 3110753 w 4444096"/>
              <a:gd name="connsiteY4" fmla="*/ 3211788 h 3211788"/>
              <a:gd name="connsiteX5" fmla="*/ 0 w 4444096"/>
              <a:gd name="connsiteY5" fmla="*/ 101035 h 321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4096" h="3211788">
                <a:moveTo>
                  <a:pt x="5102" y="0"/>
                </a:moveTo>
                <a:lnTo>
                  <a:pt x="4444096" y="0"/>
                </a:lnTo>
                <a:lnTo>
                  <a:pt x="4444096" y="2908319"/>
                </a:lnTo>
                <a:lnTo>
                  <a:pt x="4321598" y="2967330"/>
                </a:lnTo>
                <a:cubicBezTo>
                  <a:pt x="3949433" y="3124742"/>
                  <a:pt x="3540258" y="3211788"/>
                  <a:pt x="3110753" y="3211788"/>
                </a:cubicBezTo>
                <a:cubicBezTo>
                  <a:pt x="1392732" y="3211788"/>
                  <a:pt x="0" y="1819056"/>
                  <a:pt x="0" y="1010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5" name="Picture 14" descr="A person pointing at a screen&#10;&#10;AI-generated content may be incorrect.">
            <a:extLst>
              <a:ext uri="{FF2B5EF4-FFF2-40B4-BE49-F238E27FC236}">
                <a16:creationId xmlns:a16="http://schemas.microsoft.com/office/drawing/2014/main" id="{F328B792-FC6C-1D14-AC73-9245EF570DE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-3" b="5074"/>
          <a:stretch/>
        </p:blipFill>
        <p:spPr>
          <a:xfrm>
            <a:off x="7928700" y="-1"/>
            <a:ext cx="4277711" cy="3045402"/>
          </a:xfrm>
          <a:custGeom>
            <a:avLst/>
            <a:gdLst/>
            <a:ahLst/>
            <a:cxnLst/>
            <a:rect l="l" t="t" r="r" b="b"/>
            <a:pathLst>
              <a:path w="4277711" h="3045402">
                <a:moveTo>
                  <a:pt x="5102" y="0"/>
                </a:moveTo>
                <a:lnTo>
                  <a:pt x="4277711" y="0"/>
                </a:lnTo>
                <a:lnTo>
                  <a:pt x="4277711" y="2723810"/>
                </a:lnTo>
                <a:lnTo>
                  <a:pt x="4090449" y="2814019"/>
                </a:lnTo>
                <a:cubicBezTo>
                  <a:pt x="3738190" y="2963012"/>
                  <a:pt x="3350901" y="3045402"/>
                  <a:pt x="2944368" y="3045402"/>
                </a:cubicBezTo>
                <a:cubicBezTo>
                  <a:pt x="1318238" y="3045402"/>
                  <a:pt x="0" y="1727164"/>
                  <a:pt x="0" y="10103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1170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erson pointing at a screen&#10;&#10;AI-generated content may be incorrect.">
            <a:extLst>
              <a:ext uri="{FF2B5EF4-FFF2-40B4-BE49-F238E27FC236}">
                <a16:creationId xmlns:a16="http://schemas.microsoft.com/office/drawing/2014/main" id="{088A2288-04A4-36C6-FE60-3F964BF10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01" r="-3" b="-3"/>
          <a:stretch/>
        </p:blipFill>
        <p:spPr>
          <a:xfrm>
            <a:off x="3793813" y="744344"/>
            <a:ext cx="4627646" cy="4627648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27" name="Picture 26" descr="A person standing in front of a large screen&#10;&#10;AI-generated content may be incorrect.">
            <a:extLst>
              <a:ext uri="{FF2B5EF4-FFF2-40B4-BE49-F238E27FC236}">
                <a16:creationId xmlns:a16="http://schemas.microsoft.com/office/drawing/2014/main" id="{822E9C42-9063-3CF3-E120-8B0616B28A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88" r="1231" b="5"/>
          <a:stretch/>
        </p:blipFill>
        <p:spPr>
          <a:xfrm>
            <a:off x="1319706" y="1757695"/>
            <a:ext cx="2590737" cy="2926956"/>
          </a:xfrm>
          <a:custGeom>
            <a:avLst/>
            <a:gdLst/>
            <a:ahLst/>
            <a:cxnLst/>
            <a:rect l="l" t="t" r="r" b="b"/>
            <a:pathLst>
              <a:path w="2590737" h="2926956">
                <a:moveTo>
                  <a:pt x="1463478" y="0"/>
                </a:moveTo>
                <a:cubicBezTo>
                  <a:pt x="1867606" y="0"/>
                  <a:pt x="2233476" y="163805"/>
                  <a:pt x="2498313" y="428643"/>
                </a:cubicBezTo>
                <a:lnTo>
                  <a:pt x="2501029" y="431631"/>
                </a:lnTo>
                <a:lnTo>
                  <a:pt x="2445696" y="582811"/>
                </a:lnTo>
                <a:cubicBezTo>
                  <a:pt x="2374039" y="813196"/>
                  <a:pt x="2335437" y="1058145"/>
                  <a:pt x="2335437" y="1312109"/>
                </a:cubicBezTo>
                <a:cubicBezTo>
                  <a:pt x="2335437" y="1650728"/>
                  <a:pt x="2404063" y="1973319"/>
                  <a:pt x="2528166" y="2266732"/>
                </a:cubicBezTo>
                <a:lnTo>
                  <a:pt x="2590737" y="2396622"/>
                </a:lnTo>
                <a:lnTo>
                  <a:pt x="2498313" y="2498313"/>
                </a:lnTo>
                <a:cubicBezTo>
                  <a:pt x="2233476" y="2763151"/>
                  <a:pt x="1867606" y="2926956"/>
                  <a:pt x="1463478" y="2926956"/>
                </a:cubicBezTo>
                <a:cubicBezTo>
                  <a:pt x="655221" y="2926956"/>
                  <a:pt x="0" y="2271735"/>
                  <a:pt x="0" y="1463478"/>
                </a:cubicBezTo>
                <a:cubicBezTo>
                  <a:pt x="0" y="655221"/>
                  <a:pt x="655221" y="0"/>
                  <a:pt x="1463478" y="0"/>
                </a:cubicBezTo>
                <a:close/>
              </a:path>
            </a:pathLst>
          </a:custGeom>
        </p:spPr>
      </p:pic>
      <p:pic>
        <p:nvPicPr>
          <p:cNvPr id="25" name="Picture 24" descr="A person standing in front of a chalkboard&#10;&#10;AI-generated content may be incorrect.">
            <a:extLst>
              <a:ext uri="{FF2B5EF4-FFF2-40B4-BE49-F238E27FC236}">
                <a16:creationId xmlns:a16="http://schemas.microsoft.com/office/drawing/2014/main" id="{827AD762-2A0A-D08E-FCBA-1D3B62AD48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54" r="24607" b="2"/>
          <a:stretch/>
        </p:blipFill>
        <p:spPr>
          <a:xfrm>
            <a:off x="8297994" y="1757695"/>
            <a:ext cx="2577829" cy="2926956"/>
          </a:xfrm>
          <a:custGeom>
            <a:avLst/>
            <a:gdLst/>
            <a:ahLst/>
            <a:cxnLst/>
            <a:rect l="l" t="t" r="r" b="b"/>
            <a:pathLst>
              <a:path w="2577829" h="2926956">
                <a:moveTo>
                  <a:pt x="1114351" y="0"/>
                </a:moveTo>
                <a:cubicBezTo>
                  <a:pt x="1922608" y="0"/>
                  <a:pt x="2577829" y="655221"/>
                  <a:pt x="2577829" y="1463478"/>
                </a:cubicBezTo>
                <a:cubicBezTo>
                  <a:pt x="2577829" y="2271735"/>
                  <a:pt x="1922608" y="2926956"/>
                  <a:pt x="1114351" y="2926956"/>
                </a:cubicBezTo>
                <a:cubicBezTo>
                  <a:pt x="710223" y="2926956"/>
                  <a:pt x="344353" y="2763151"/>
                  <a:pt x="79516" y="2498313"/>
                </a:cubicBezTo>
                <a:lnTo>
                  <a:pt x="0" y="2410824"/>
                </a:lnTo>
                <a:lnTo>
                  <a:pt x="69413" y="2266732"/>
                </a:lnTo>
                <a:cubicBezTo>
                  <a:pt x="193516" y="1973319"/>
                  <a:pt x="262142" y="1650728"/>
                  <a:pt x="262142" y="1312109"/>
                </a:cubicBezTo>
                <a:cubicBezTo>
                  <a:pt x="262142" y="1058145"/>
                  <a:pt x="223540" y="813196"/>
                  <a:pt x="151883" y="582811"/>
                </a:cubicBezTo>
                <a:lnTo>
                  <a:pt x="91478" y="417771"/>
                </a:lnTo>
                <a:lnTo>
                  <a:pt x="183443" y="334187"/>
                </a:lnTo>
                <a:cubicBezTo>
                  <a:pt x="436418" y="125413"/>
                  <a:pt x="760739" y="0"/>
                  <a:pt x="111435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89080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standing at a desk with a computer&#10;&#10;AI-generated content may be incorrect.">
            <a:extLst>
              <a:ext uri="{FF2B5EF4-FFF2-40B4-BE49-F238E27FC236}">
                <a16:creationId xmlns:a16="http://schemas.microsoft.com/office/drawing/2014/main" id="{C42E113F-C225-F075-D9E7-616BF8330D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724" r="2" b="22517"/>
          <a:stretch/>
        </p:blipFill>
        <p:spPr>
          <a:xfrm>
            <a:off x="4166505" y="10"/>
            <a:ext cx="4444096" cy="3067040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518CE4-E4D4-4D8A-980F-6D692AC9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155454" cy="4845530"/>
          </a:xfrm>
          <a:custGeom>
            <a:avLst/>
            <a:gdLst>
              <a:gd name="connsiteX0" fmla="*/ 0 w 5155454"/>
              <a:gd name="connsiteY0" fmla="*/ 0 h 4845530"/>
              <a:gd name="connsiteX1" fmla="*/ 4766270 w 5155454"/>
              <a:gd name="connsiteY1" fmla="*/ 0 h 4845530"/>
              <a:gd name="connsiteX2" fmla="*/ 4896671 w 5155454"/>
              <a:gd name="connsiteY2" fmla="*/ 270697 h 4845530"/>
              <a:gd name="connsiteX3" fmla="*/ 5155454 w 5155454"/>
              <a:gd name="connsiteY3" fmla="*/ 1552495 h 4845530"/>
              <a:gd name="connsiteX4" fmla="*/ 1862419 w 5155454"/>
              <a:gd name="connsiteY4" fmla="*/ 4845530 h 4845530"/>
              <a:gd name="connsiteX5" fmla="*/ 21252 w 5155454"/>
              <a:gd name="connsiteY5" fmla="*/ 4283132 h 4845530"/>
              <a:gd name="connsiteX6" fmla="*/ 0 w 5155454"/>
              <a:gd name="connsiteY6" fmla="*/ 4267240 h 484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5454" h="4845530">
                <a:moveTo>
                  <a:pt x="0" y="0"/>
                </a:moveTo>
                <a:lnTo>
                  <a:pt x="4766270" y="0"/>
                </a:lnTo>
                <a:lnTo>
                  <a:pt x="4896671" y="270697"/>
                </a:lnTo>
                <a:cubicBezTo>
                  <a:pt x="5063308" y="664671"/>
                  <a:pt x="5155454" y="1097822"/>
                  <a:pt x="5155454" y="1552495"/>
                </a:cubicBezTo>
                <a:cubicBezTo>
                  <a:pt x="5155454" y="3371188"/>
                  <a:pt x="3681112" y="4845530"/>
                  <a:pt x="1862419" y="4845530"/>
                </a:cubicBezTo>
                <a:cubicBezTo>
                  <a:pt x="1180409" y="4845530"/>
                  <a:pt x="546824" y="4638201"/>
                  <a:pt x="21252" y="4283132"/>
                </a:cubicBezTo>
                <a:lnTo>
                  <a:pt x="0" y="42672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cup of coffee on a desk&#10;&#10;AI-generated content may be incorrect.">
            <a:extLst>
              <a:ext uri="{FF2B5EF4-FFF2-40B4-BE49-F238E27FC236}">
                <a16:creationId xmlns:a16="http://schemas.microsoft.com/office/drawing/2014/main" id="{A8DAD3A6-2A0E-0556-6E8F-8E307E70EB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756"/>
          <a:stretch/>
        </p:blipFill>
        <p:spPr>
          <a:xfrm>
            <a:off x="1" y="2"/>
            <a:ext cx="5017099" cy="4718647"/>
          </a:xfrm>
          <a:custGeom>
            <a:avLst/>
            <a:gdLst/>
            <a:ahLst/>
            <a:cxnLst/>
            <a:rect l="l" t="t" r="r" b="b"/>
            <a:pathLst>
              <a:path w="5017099" h="4718647">
                <a:moveTo>
                  <a:pt x="0" y="0"/>
                </a:moveTo>
                <a:lnTo>
                  <a:pt x="4599738" y="0"/>
                </a:lnTo>
                <a:lnTo>
                  <a:pt x="4636346" y="60259"/>
                </a:lnTo>
                <a:cubicBezTo>
                  <a:pt x="4879170" y="507256"/>
                  <a:pt x="5017099" y="1019504"/>
                  <a:pt x="5017099" y="1563967"/>
                </a:cubicBezTo>
                <a:cubicBezTo>
                  <a:pt x="5017099" y="3306249"/>
                  <a:pt x="3604701" y="4718647"/>
                  <a:pt x="1862419" y="4718647"/>
                </a:cubicBezTo>
                <a:cubicBezTo>
                  <a:pt x="1209063" y="4718647"/>
                  <a:pt x="602098" y="4520029"/>
                  <a:pt x="98607" y="4179877"/>
                </a:cubicBezTo>
                <a:lnTo>
                  <a:pt x="0" y="4106140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BF3E2-EB0E-40D6-8835-2367A531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8480" y="1563968"/>
            <a:ext cx="6043520" cy="5294033"/>
          </a:xfrm>
          <a:custGeom>
            <a:avLst/>
            <a:gdLst>
              <a:gd name="connsiteX0" fmla="*/ 3600823 w 6043520"/>
              <a:gd name="connsiteY0" fmla="*/ 0 h 5294033"/>
              <a:gd name="connsiteX1" fmla="*/ 5891281 w 6043520"/>
              <a:gd name="connsiteY1" fmla="*/ 822253 h 5294033"/>
              <a:gd name="connsiteX2" fmla="*/ 6043520 w 6043520"/>
              <a:gd name="connsiteY2" fmla="*/ 960617 h 5294033"/>
              <a:gd name="connsiteX3" fmla="*/ 6043520 w 6043520"/>
              <a:gd name="connsiteY3" fmla="*/ 5294033 h 5294033"/>
              <a:gd name="connsiteX4" fmla="*/ 423445 w 6043520"/>
              <a:gd name="connsiteY4" fmla="*/ 5294033 h 5294033"/>
              <a:gd name="connsiteX5" fmla="*/ 282971 w 6043520"/>
              <a:gd name="connsiteY5" fmla="*/ 5002426 h 5294033"/>
              <a:gd name="connsiteX6" fmla="*/ 0 w 6043520"/>
              <a:gd name="connsiteY6" fmla="*/ 3600823 h 5294033"/>
              <a:gd name="connsiteX7" fmla="*/ 3600823 w 6043520"/>
              <a:gd name="connsiteY7" fmla="*/ 0 h 529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3520" h="5294033">
                <a:moveTo>
                  <a:pt x="3600823" y="0"/>
                </a:moveTo>
                <a:cubicBezTo>
                  <a:pt x="4470871" y="0"/>
                  <a:pt x="5268847" y="308574"/>
                  <a:pt x="5891281" y="822253"/>
                </a:cubicBezTo>
                <a:lnTo>
                  <a:pt x="6043520" y="960617"/>
                </a:lnTo>
                <a:lnTo>
                  <a:pt x="6043520" y="5294033"/>
                </a:lnTo>
                <a:lnTo>
                  <a:pt x="423445" y="5294033"/>
                </a:lnTo>
                <a:lnTo>
                  <a:pt x="282971" y="5002426"/>
                </a:lnTo>
                <a:cubicBezTo>
                  <a:pt x="100759" y="4571630"/>
                  <a:pt x="0" y="4097993"/>
                  <a:pt x="0" y="3600823"/>
                </a:cubicBezTo>
                <a:cubicBezTo>
                  <a:pt x="0" y="1612143"/>
                  <a:pt x="1612143" y="0"/>
                  <a:pt x="36008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erson standing in front of a chalkboard&#10;&#10;AI-generated content may be incorrect.">
            <a:extLst>
              <a:ext uri="{FF2B5EF4-FFF2-40B4-BE49-F238E27FC236}">
                <a16:creationId xmlns:a16="http://schemas.microsoft.com/office/drawing/2014/main" id="{24660DAF-0DBE-FA9B-C88D-E44B7E3A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89" r="17289"/>
          <a:stretch/>
        </p:blipFill>
        <p:spPr>
          <a:xfrm>
            <a:off x="6283728" y="1699213"/>
            <a:ext cx="5908273" cy="5158786"/>
          </a:xfrm>
          <a:custGeom>
            <a:avLst/>
            <a:gdLst/>
            <a:ahLst/>
            <a:cxnLst/>
            <a:rect l="l" t="t" r="r" b="b"/>
            <a:pathLst>
              <a:path w="5908273" h="5158786">
                <a:moveTo>
                  <a:pt x="3465576" y="0"/>
                </a:moveTo>
                <a:cubicBezTo>
                  <a:pt x="4302945" y="0"/>
                  <a:pt x="5070948" y="296984"/>
                  <a:pt x="5670004" y="791369"/>
                </a:cubicBezTo>
                <a:lnTo>
                  <a:pt x="5908273" y="1007923"/>
                </a:lnTo>
                <a:lnTo>
                  <a:pt x="5908273" y="5158786"/>
                </a:lnTo>
                <a:lnTo>
                  <a:pt x="443374" y="5158786"/>
                </a:lnTo>
                <a:lnTo>
                  <a:pt x="418277" y="5117476"/>
                </a:lnTo>
                <a:cubicBezTo>
                  <a:pt x="151523" y="4626427"/>
                  <a:pt x="0" y="4063697"/>
                  <a:pt x="0" y="3465576"/>
                </a:cubicBezTo>
                <a:cubicBezTo>
                  <a:pt x="0" y="1551591"/>
                  <a:pt x="1551591" y="0"/>
                  <a:pt x="3465576" y="0"/>
                </a:cubicBezTo>
                <a:close/>
              </a:path>
            </a:pathLst>
          </a:cu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481E86DD-89E6-42B2-8675-84B7C56BF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50534" y="1716727"/>
            <a:ext cx="4572000" cy="45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 person pointing at a screen&#10;&#10;AI-generated content may be incorrect.">
            <a:extLst>
              <a:ext uri="{FF2B5EF4-FFF2-40B4-BE49-F238E27FC236}">
                <a16:creationId xmlns:a16="http://schemas.microsoft.com/office/drawing/2014/main" id="{4D4AC97A-770D-1CAA-55F0-3B0FEC680B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" b="5074"/>
          <a:stretch/>
        </p:blipFill>
        <p:spPr>
          <a:xfrm>
            <a:off x="7928700" y="-1"/>
            <a:ext cx="4277711" cy="3045402"/>
          </a:xfrm>
          <a:custGeom>
            <a:avLst/>
            <a:gdLst/>
            <a:ahLst/>
            <a:cxnLst/>
            <a:rect l="l" t="t" r="r" b="b"/>
            <a:pathLst>
              <a:path w="4277711" h="3045402">
                <a:moveTo>
                  <a:pt x="5102" y="0"/>
                </a:moveTo>
                <a:lnTo>
                  <a:pt x="4277711" y="0"/>
                </a:lnTo>
                <a:lnTo>
                  <a:pt x="4277711" y="2723810"/>
                </a:lnTo>
                <a:lnTo>
                  <a:pt x="4090449" y="2814019"/>
                </a:lnTo>
                <a:cubicBezTo>
                  <a:pt x="3738190" y="2963012"/>
                  <a:pt x="3350901" y="3045402"/>
                  <a:pt x="2944368" y="3045402"/>
                </a:cubicBezTo>
                <a:cubicBezTo>
                  <a:pt x="1318238" y="3045402"/>
                  <a:pt x="0" y="1727164"/>
                  <a:pt x="0" y="101034"/>
                </a:cubicBezTo>
                <a:close/>
              </a:path>
            </a:pathLst>
          </a:custGeom>
        </p:spPr>
      </p:pic>
      <p:pic>
        <p:nvPicPr>
          <p:cNvPr id="13" name="Picture 12" descr="A person and person wearing robes&#10;&#10;AI-generated content may be incorrect.">
            <a:extLst>
              <a:ext uri="{FF2B5EF4-FFF2-40B4-BE49-F238E27FC236}">
                <a16:creationId xmlns:a16="http://schemas.microsoft.com/office/drawing/2014/main" id="{259AAEED-AC85-C681-C9C2-D1D4318ED4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" b="25002"/>
          <a:stretch/>
        </p:blipFill>
        <p:spPr>
          <a:xfrm>
            <a:off x="3287694" y="1853886"/>
            <a:ext cx="4297680" cy="4297680"/>
          </a:xfrm>
          <a:custGeom>
            <a:avLst/>
            <a:gdLst/>
            <a:ahLst/>
            <a:cxnLst/>
            <a:rect l="l" t="t" r="r" b="b"/>
            <a:pathLst>
              <a:path w="4297680" h="4297680">
                <a:moveTo>
                  <a:pt x="2148840" y="0"/>
                </a:moveTo>
                <a:cubicBezTo>
                  <a:pt x="3335612" y="0"/>
                  <a:pt x="4297680" y="962068"/>
                  <a:pt x="4297680" y="2148840"/>
                </a:cubicBezTo>
                <a:cubicBezTo>
                  <a:pt x="4297680" y="3335612"/>
                  <a:pt x="3335612" y="4297680"/>
                  <a:pt x="2148840" y="4297680"/>
                </a:cubicBezTo>
                <a:cubicBezTo>
                  <a:pt x="962068" y="4297680"/>
                  <a:pt x="0" y="3335612"/>
                  <a:pt x="0" y="2148840"/>
                </a:cubicBezTo>
                <a:cubicBezTo>
                  <a:pt x="0" y="962068"/>
                  <a:pt x="962068" y="0"/>
                  <a:pt x="2148840" y="0"/>
                </a:cubicBezTo>
                <a:close/>
              </a:path>
            </a:pathLst>
          </a:cu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EFE9E4D-D93B-4B04-A3B5-234F5DBB9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2313" y="-1"/>
            <a:ext cx="4444096" cy="3211788"/>
          </a:xfrm>
          <a:custGeom>
            <a:avLst/>
            <a:gdLst>
              <a:gd name="connsiteX0" fmla="*/ 5102 w 4444096"/>
              <a:gd name="connsiteY0" fmla="*/ 0 h 3211788"/>
              <a:gd name="connsiteX1" fmla="*/ 4444096 w 4444096"/>
              <a:gd name="connsiteY1" fmla="*/ 0 h 3211788"/>
              <a:gd name="connsiteX2" fmla="*/ 4444096 w 4444096"/>
              <a:gd name="connsiteY2" fmla="*/ 2908319 h 3211788"/>
              <a:gd name="connsiteX3" fmla="*/ 4321598 w 4444096"/>
              <a:gd name="connsiteY3" fmla="*/ 2967330 h 3211788"/>
              <a:gd name="connsiteX4" fmla="*/ 3110753 w 4444096"/>
              <a:gd name="connsiteY4" fmla="*/ 3211788 h 3211788"/>
              <a:gd name="connsiteX5" fmla="*/ 0 w 4444096"/>
              <a:gd name="connsiteY5" fmla="*/ 101035 h 321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4096" h="3211788">
                <a:moveTo>
                  <a:pt x="5102" y="0"/>
                </a:moveTo>
                <a:lnTo>
                  <a:pt x="4444096" y="0"/>
                </a:lnTo>
                <a:lnTo>
                  <a:pt x="4444096" y="2908319"/>
                </a:lnTo>
                <a:lnTo>
                  <a:pt x="4321598" y="2967330"/>
                </a:lnTo>
                <a:cubicBezTo>
                  <a:pt x="3949433" y="3124742"/>
                  <a:pt x="3540258" y="3211788"/>
                  <a:pt x="3110753" y="3211788"/>
                </a:cubicBezTo>
                <a:cubicBezTo>
                  <a:pt x="1392732" y="3211788"/>
                  <a:pt x="0" y="1819056"/>
                  <a:pt x="0" y="1010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65841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erson pointing at a screen&#10;&#10;AI-generated content may be incorrect.">
            <a:extLst>
              <a:ext uri="{FF2B5EF4-FFF2-40B4-BE49-F238E27FC236}">
                <a16:creationId xmlns:a16="http://schemas.microsoft.com/office/drawing/2014/main" id="{B8C4F67D-9231-2057-90AB-3764C134E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49046"/>
          <a:stretch/>
        </p:blipFill>
        <p:spPr>
          <a:xfrm>
            <a:off x="4166504" y="10"/>
            <a:ext cx="8025495" cy="3067040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A518CE4-E4D4-4D8A-980F-6D692AC9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472"/>
            <a:ext cx="5155454" cy="4845530"/>
          </a:xfrm>
          <a:custGeom>
            <a:avLst/>
            <a:gdLst>
              <a:gd name="connsiteX0" fmla="*/ 0 w 5155454"/>
              <a:gd name="connsiteY0" fmla="*/ 0 h 4845530"/>
              <a:gd name="connsiteX1" fmla="*/ 4766270 w 5155454"/>
              <a:gd name="connsiteY1" fmla="*/ 0 h 4845530"/>
              <a:gd name="connsiteX2" fmla="*/ 4896671 w 5155454"/>
              <a:gd name="connsiteY2" fmla="*/ 270697 h 4845530"/>
              <a:gd name="connsiteX3" fmla="*/ 5155454 w 5155454"/>
              <a:gd name="connsiteY3" fmla="*/ 1552495 h 4845530"/>
              <a:gd name="connsiteX4" fmla="*/ 1862419 w 5155454"/>
              <a:gd name="connsiteY4" fmla="*/ 4845530 h 4845530"/>
              <a:gd name="connsiteX5" fmla="*/ 21252 w 5155454"/>
              <a:gd name="connsiteY5" fmla="*/ 4283132 h 4845530"/>
              <a:gd name="connsiteX6" fmla="*/ 0 w 5155454"/>
              <a:gd name="connsiteY6" fmla="*/ 4267240 h 484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5454" h="4845530">
                <a:moveTo>
                  <a:pt x="0" y="0"/>
                </a:moveTo>
                <a:lnTo>
                  <a:pt x="4766270" y="0"/>
                </a:lnTo>
                <a:lnTo>
                  <a:pt x="4896671" y="270697"/>
                </a:lnTo>
                <a:cubicBezTo>
                  <a:pt x="5063308" y="664671"/>
                  <a:pt x="5155454" y="1097822"/>
                  <a:pt x="5155454" y="1552495"/>
                </a:cubicBezTo>
                <a:cubicBezTo>
                  <a:pt x="5155454" y="3371188"/>
                  <a:pt x="3681112" y="4845530"/>
                  <a:pt x="1862419" y="4845530"/>
                </a:cubicBezTo>
                <a:cubicBezTo>
                  <a:pt x="1180409" y="4845530"/>
                  <a:pt x="546824" y="4638201"/>
                  <a:pt x="21252" y="4283132"/>
                </a:cubicBezTo>
                <a:lnTo>
                  <a:pt x="0" y="42672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82BF3E2-EB0E-40D6-8835-2367A531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8480" y="1563968"/>
            <a:ext cx="6043520" cy="5294033"/>
          </a:xfrm>
          <a:custGeom>
            <a:avLst/>
            <a:gdLst>
              <a:gd name="connsiteX0" fmla="*/ 3600823 w 6043520"/>
              <a:gd name="connsiteY0" fmla="*/ 0 h 5294033"/>
              <a:gd name="connsiteX1" fmla="*/ 5891281 w 6043520"/>
              <a:gd name="connsiteY1" fmla="*/ 822253 h 5294033"/>
              <a:gd name="connsiteX2" fmla="*/ 6043520 w 6043520"/>
              <a:gd name="connsiteY2" fmla="*/ 960617 h 5294033"/>
              <a:gd name="connsiteX3" fmla="*/ 6043520 w 6043520"/>
              <a:gd name="connsiteY3" fmla="*/ 5294033 h 5294033"/>
              <a:gd name="connsiteX4" fmla="*/ 423445 w 6043520"/>
              <a:gd name="connsiteY4" fmla="*/ 5294033 h 5294033"/>
              <a:gd name="connsiteX5" fmla="*/ 282971 w 6043520"/>
              <a:gd name="connsiteY5" fmla="*/ 5002426 h 5294033"/>
              <a:gd name="connsiteX6" fmla="*/ 0 w 6043520"/>
              <a:gd name="connsiteY6" fmla="*/ 3600823 h 5294033"/>
              <a:gd name="connsiteX7" fmla="*/ 3600823 w 6043520"/>
              <a:gd name="connsiteY7" fmla="*/ 0 h 529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3520" h="5294033">
                <a:moveTo>
                  <a:pt x="3600823" y="0"/>
                </a:moveTo>
                <a:cubicBezTo>
                  <a:pt x="4470871" y="0"/>
                  <a:pt x="5268847" y="308574"/>
                  <a:pt x="5891281" y="822253"/>
                </a:cubicBezTo>
                <a:lnTo>
                  <a:pt x="6043520" y="960617"/>
                </a:lnTo>
                <a:lnTo>
                  <a:pt x="6043520" y="5294033"/>
                </a:lnTo>
                <a:lnTo>
                  <a:pt x="423445" y="5294033"/>
                </a:lnTo>
                <a:lnTo>
                  <a:pt x="282971" y="5002426"/>
                </a:lnTo>
                <a:cubicBezTo>
                  <a:pt x="100759" y="4571630"/>
                  <a:pt x="0" y="4097993"/>
                  <a:pt x="0" y="3600823"/>
                </a:cubicBezTo>
                <a:cubicBezTo>
                  <a:pt x="0" y="1612143"/>
                  <a:pt x="1612143" y="0"/>
                  <a:pt x="36008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cup of coffee on a desk&#10;&#10;AI-generated content may be incorrect.">
            <a:extLst>
              <a:ext uri="{FF2B5EF4-FFF2-40B4-BE49-F238E27FC236}">
                <a16:creationId xmlns:a16="http://schemas.microsoft.com/office/drawing/2014/main" id="{A6F8B61D-8BD2-4856-09B1-BF870BCFF8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756"/>
          <a:stretch/>
        </p:blipFill>
        <p:spPr>
          <a:xfrm>
            <a:off x="1" y="2"/>
            <a:ext cx="5017099" cy="4718647"/>
          </a:xfrm>
          <a:custGeom>
            <a:avLst/>
            <a:gdLst/>
            <a:ahLst/>
            <a:cxnLst/>
            <a:rect l="l" t="t" r="r" b="b"/>
            <a:pathLst>
              <a:path w="5017099" h="4718647">
                <a:moveTo>
                  <a:pt x="0" y="0"/>
                </a:moveTo>
                <a:lnTo>
                  <a:pt x="4599738" y="0"/>
                </a:lnTo>
                <a:lnTo>
                  <a:pt x="4636346" y="60259"/>
                </a:lnTo>
                <a:cubicBezTo>
                  <a:pt x="4879170" y="507256"/>
                  <a:pt x="5017099" y="1019504"/>
                  <a:pt x="5017099" y="1563967"/>
                </a:cubicBezTo>
                <a:cubicBezTo>
                  <a:pt x="5017099" y="3306249"/>
                  <a:pt x="3604701" y="4718647"/>
                  <a:pt x="1862419" y="4718647"/>
                </a:cubicBezTo>
                <a:cubicBezTo>
                  <a:pt x="1209063" y="4718647"/>
                  <a:pt x="602098" y="4520029"/>
                  <a:pt x="98607" y="4179877"/>
                </a:cubicBezTo>
                <a:lnTo>
                  <a:pt x="0" y="4106140"/>
                </a:lnTo>
                <a:close/>
              </a:path>
            </a:pathLst>
          </a:custGeom>
        </p:spPr>
      </p:pic>
      <p:pic>
        <p:nvPicPr>
          <p:cNvPr id="13" name="Picture 12" descr="A person and person wearing robes&#10;&#10;AI-generated content may be incorrect.">
            <a:extLst>
              <a:ext uri="{FF2B5EF4-FFF2-40B4-BE49-F238E27FC236}">
                <a16:creationId xmlns:a16="http://schemas.microsoft.com/office/drawing/2014/main" id="{4C8E0675-888A-BD97-D7DE-8798D4B629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25002"/>
          <a:stretch/>
        </p:blipFill>
        <p:spPr>
          <a:xfrm>
            <a:off x="3287694" y="1853886"/>
            <a:ext cx="4297680" cy="4297680"/>
          </a:xfrm>
          <a:custGeom>
            <a:avLst/>
            <a:gdLst/>
            <a:ahLst/>
            <a:cxnLst/>
            <a:rect l="l" t="t" r="r" b="b"/>
            <a:pathLst>
              <a:path w="4297680" h="4297680">
                <a:moveTo>
                  <a:pt x="2148840" y="0"/>
                </a:moveTo>
                <a:cubicBezTo>
                  <a:pt x="3335612" y="0"/>
                  <a:pt x="4297680" y="962068"/>
                  <a:pt x="4297680" y="2148840"/>
                </a:cubicBezTo>
                <a:cubicBezTo>
                  <a:pt x="4297680" y="3335612"/>
                  <a:pt x="3335612" y="4297680"/>
                  <a:pt x="2148840" y="4297680"/>
                </a:cubicBezTo>
                <a:cubicBezTo>
                  <a:pt x="962068" y="4297680"/>
                  <a:pt x="0" y="3335612"/>
                  <a:pt x="0" y="2148840"/>
                </a:cubicBezTo>
                <a:cubicBezTo>
                  <a:pt x="0" y="962068"/>
                  <a:pt x="962068" y="0"/>
                  <a:pt x="2148840" y="0"/>
                </a:cubicBezTo>
                <a:close/>
              </a:path>
            </a:pathLst>
          </a:cu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481E86DD-89E6-42B2-8675-84B7C56BF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50534" y="1716727"/>
            <a:ext cx="4572000" cy="45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erson standing in front of a chalkboard&#10;&#10;AI-generated content may be incorrect.">
            <a:extLst>
              <a:ext uri="{FF2B5EF4-FFF2-40B4-BE49-F238E27FC236}">
                <a16:creationId xmlns:a16="http://schemas.microsoft.com/office/drawing/2014/main" id="{975C9E82-4721-7C15-543C-D0CEE1E8F3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289" r="17289"/>
          <a:stretch/>
        </p:blipFill>
        <p:spPr>
          <a:xfrm>
            <a:off x="6283728" y="1699213"/>
            <a:ext cx="5908273" cy="5158786"/>
          </a:xfrm>
          <a:custGeom>
            <a:avLst/>
            <a:gdLst/>
            <a:ahLst/>
            <a:cxnLst/>
            <a:rect l="l" t="t" r="r" b="b"/>
            <a:pathLst>
              <a:path w="5908273" h="5158786">
                <a:moveTo>
                  <a:pt x="3465576" y="0"/>
                </a:moveTo>
                <a:cubicBezTo>
                  <a:pt x="4302945" y="0"/>
                  <a:pt x="5070948" y="296984"/>
                  <a:pt x="5670004" y="791369"/>
                </a:cubicBezTo>
                <a:lnTo>
                  <a:pt x="5908273" y="1007923"/>
                </a:lnTo>
                <a:lnTo>
                  <a:pt x="5908273" y="5158786"/>
                </a:lnTo>
                <a:lnTo>
                  <a:pt x="443374" y="5158786"/>
                </a:lnTo>
                <a:lnTo>
                  <a:pt x="418277" y="5117476"/>
                </a:lnTo>
                <a:cubicBezTo>
                  <a:pt x="151523" y="4626427"/>
                  <a:pt x="0" y="4063697"/>
                  <a:pt x="0" y="3465576"/>
                </a:cubicBezTo>
                <a:cubicBezTo>
                  <a:pt x="0" y="1551591"/>
                  <a:pt x="1551591" y="0"/>
                  <a:pt x="346557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94276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erson pointing at a screen&#10;&#10;AI-generated content may be incorrect.">
            <a:extLst>
              <a:ext uri="{FF2B5EF4-FFF2-40B4-BE49-F238E27FC236}">
                <a16:creationId xmlns:a16="http://schemas.microsoft.com/office/drawing/2014/main" id="{2F21A495-7FB7-384E-841E-A46EC3DE9B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3114"/>
          <a:stretch/>
        </p:blipFill>
        <p:spPr>
          <a:xfrm>
            <a:off x="6176433" y="10"/>
            <a:ext cx="6015567" cy="3920034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920044"/>
                </a:lnTo>
                <a:lnTo>
                  <a:pt x="2469659" y="3920044"/>
                </a:lnTo>
                <a:lnTo>
                  <a:pt x="2469659" y="3103224"/>
                </a:lnTo>
                <a:lnTo>
                  <a:pt x="0" y="3103224"/>
                </a:lnTo>
                <a:close/>
              </a:path>
            </a:pathLst>
          </a:custGeom>
        </p:spPr>
      </p:pic>
      <p:pic>
        <p:nvPicPr>
          <p:cNvPr id="25" name="Picture 24" descr="A person standing in front of a chalkboard&#10;&#10;AI-generated content may be incorrect.">
            <a:extLst>
              <a:ext uri="{FF2B5EF4-FFF2-40B4-BE49-F238E27FC236}">
                <a16:creationId xmlns:a16="http://schemas.microsoft.com/office/drawing/2014/main" id="{5E51D5A0-10E3-831B-36AC-27FCE635FC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62" r="13710" b="-2"/>
          <a:stretch/>
        </p:blipFill>
        <p:spPr>
          <a:xfrm>
            <a:off x="20" y="4069976"/>
            <a:ext cx="3535311" cy="2788023"/>
          </a:xfrm>
          <a:prstGeom prst="rect">
            <a:avLst/>
          </a:prstGeom>
        </p:spPr>
      </p:pic>
      <p:pic>
        <p:nvPicPr>
          <p:cNvPr id="27" name="Picture 26" descr="A person standing in front of a large screen&#10;&#10;AI-generated content may be incorrect.">
            <a:extLst>
              <a:ext uri="{FF2B5EF4-FFF2-40B4-BE49-F238E27FC236}">
                <a16:creationId xmlns:a16="http://schemas.microsoft.com/office/drawing/2014/main" id="{2DC66DC5-CE52-63CB-75FB-C2BEA0229C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" r="2" b="2"/>
          <a:stretch/>
        </p:blipFill>
        <p:spPr>
          <a:xfrm>
            <a:off x="3696199" y="3257176"/>
            <a:ext cx="4789093" cy="3600824"/>
          </a:xfrm>
          <a:prstGeom prst="rect">
            <a:avLst/>
          </a:prstGeom>
        </p:spPr>
      </p:pic>
      <p:pic>
        <p:nvPicPr>
          <p:cNvPr id="23" name="Picture 22" descr="A person sitting at a desk&#10;&#10;AI-generated content may be incorrect.">
            <a:extLst>
              <a:ext uri="{FF2B5EF4-FFF2-40B4-BE49-F238E27FC236}">
                <a16:creationId xmlns:a16="http://schemas.microsoft.com/office/drawing/2014/main" id="{9A379D88-F04A-CCBB-AA29-13E859AB65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442" r="1" b="29685"/>
          <a:stretch/>
        </p:blipFill>
        <p:spPr>
          <a:xfrm>
            <a:off x="1" y="10"/>
            <a:ext cx="6015567" cy="3920034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103224"/>
                </a:lnTo>
                <a:lnTo>
                  <a:pt x="3545908" y="3103224"/>
                </a:lnTo>
                <a:lnTo>
                  <a:pt x="3545908" y="3920044"/>
                </a:lnTo>
                <a:lnTo>
                  <a:pt x="0" y="3920044"/>
                </a:lnTo>
                <a:close/>
              </a:path>
            </a:pathLst>
          </a:custGeom>
        </p:spPr>
      </p:pic>
      <p:pic>
        <p:nvPicPr>
          <p:cNvPr id="21" name="Picture 20" descr="A cup of coffee on a desk&#10;&#10;AI-generated content may be incorrect.">
            <a:extLst>
              <a:ext uri="{FF2B5EF4-FFF2-40B4-BE49-F238E27FC236}">
                <a16:creationId xmlns:a16="http://schemas.microsoft.com/office/drawing/2014/main" id="{CCE241FE-D133-361F-B0C9-E6FF36B240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684" r="-4" b="35753"/>
          <a:stretch/>
        </p:blipFill>
        <p:spPr>
          <a:xfrm>
            <a:off x="8646161" y="4069976"/>
            <a:ext cx="3545840" cy="278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7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omparison of graphs and diagrams&#10;&#10;AI-generated content may be incorrect.">
            <a:extLst>
              <a:ext uri="{FF2B5EF4-FFF2-40B4-BE49-F238E27FC236}">
                <a16:creationId xmlns:a16="http://schemas.microsoft.com/office/drawing/2014/main" id="{5789B98F-17A1-4B97-B9C6-C487CB412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73711"/>
            <a:ext cx="6723529" cy="3184279"/>
          </a:xfrm>
          <a:prstGeom prst="rect">
            <a:avLst/>
          </a:prstGeom>
        </p:spPr>
      </p:pic>
      <p:pic>
        <p:nvPicPr>
          <p:cNvPr id="29" name="Picture 28" descr="A person pointing at a screen&#10;&#10;AI-generated content may be incorrect.">
            <a:extLst>
              <a:ext uri="{FF2B5EF4-FFF2-40B4-BE49-F238E27FC236}">
                <a16:creationId xmlns:a16="http://schemas.microsoft.com/office/drawing/2014/main" id="{4E46DEF3-FA15-A00C-96E5-FDD3F6181A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49046"/>
          <a:stretch/>
        </p:blipFill>
        <p:spPr>
          <a:xfrm>
            <a:off x="4166504" y="10"/>
            <a:ext cx="8025495" cy="3067040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A518CE4-E4D4-4D8A-980F-6D692AC9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472"/>
            <a:ext cx="5155454" cy="4845530"/>
          </a:xfrm>
          <a:custGeom>
            <a:avLst/>
            <a:gdLst>
              <a:gd name="connsiteX0" fmla="*/ 0 w 5155454"/>
              <a:gd name="connsiteY0" fmla="*/ 0 h 4845530"/>
              <a:gd name="connsiteX1" fmla="*/ 4766270 w 5155454"/>
              <a:gd name="connsiteY1" fmla="*/ 0 h 4845530"/>
              <a:gd name="connsiteX2" fmla="*/ 4896671 w 5155454"/>
              <a:gd name="connsiteY2" fmla="*/ 270697 h 4845530"/>
              <a:gd name="connsiteX3" fmla="*/ 5155454 w 5155454"/>
              <a:gd name="connsiteY3" fmla="*/ 1552495 h 4845530"/>
              <a:gd name="connsiteX4" fmla="*/ 1862419 w 5155454"/>
              <a:gd name="connsiteY4" fmla="*/ 4845530 h 4845530"/>
              <a:gd name="connsiteX5" fmla="*/ 21252 w 5155454"/>
              <a:gd name="connsiteY5" fmla="*/ 4283132 h 4845530"/>
              <a:gd name="connsiteX6" fmla="*/ 0 w 5155454"/>
              <a:gd name="connsiteY6" fmla="*/ 4267240 h 484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5454" h="4845530">
                <a:moveTo>
                  <a:pt x="0" y="0"/>
                </a:moveTo>
                <a:lnTo>
                  <a:pt x="4766270" y="0"/>
                </a:lnTo>
                <a:lnTo>
                  <a:pt x="4896671" y="270697"/>
                </a:lnTo>
                <a:cubicBezTo>
                  <a:pt x="5063308" y="664671"/>
                  <a:pt x="5155454" y="1097822"/>
                  <a:pt x="5155454" y="1552495"/>
                </a:cubicBezTo>
                <a:cubicBezTo>
                  <a:pt x="5155454" y="3371188"/>
                  <a:pt x="3681112" y="4845530"/>
                  <a:pt x="1862419" y="4845530"/>
                </a:cubicBezTo>
                <a:cubicBezTo>
                  <a:pt x="1180409" y="4845530"/>
                  <a:pt x="546824" y="4638201"/>
                  <a:pt x="21252" y="4283132"/>
                </a:cubicBezTo>
                <a:lnTo>
                  <a:pt x="0" y="42672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82BF3E2-EB0E-40D6-8835-2367A531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8480" y="1563968"/>
            <a:ext cx="6043520" cy="5294033"/>
          </a:xfrm>
          <a:custGeom>
            <a:avLst/>
            <a:gdLst>
              <a:gd name="connsiteX0" fmla="*/ 3600823 w 6043520"/>
              <a:gd name="connsiteY0" fmla="*/ 0 h 5294033"/>
              <a:gd name="connsiteX1" fmla="*/ 5891281 w 6043520"/>
              <a:gd name="connsiteY1" fmla="*/ 822253 h 5294033"/>
              <a:gd name="connsiteX2" fmla="*/ 6043520 w 6043520"/>
              <a:gd name="connsiteY2" fmla="*/ 960617 h 5294033"/>
              <a:gd name="connsiteX3" fmla="*/ 6043520 w 6043520"/>
              <a:gd name="connsiteY3" fmla="*/ 5294033 h 5294033"/>
              <a:gd name="connsiteX4" fmla="*/ 423445 w 6043520"/>
              <a:gd name="connsiteY4" fmla="*/ 5294033 h 5294033"/>
              <a:gd name="connsiteX5" fmla="*/ 282971 w 6043520"/>
              <a:gd name="connsiteY5" fmla="*/ 5002426 h 5294033"/>
              <a:gd name="connsiteX6" fmla="*/ 0 w 6043520"/>
              <a:gd name="connsiteY6" fmla="*/ 3600823 h 5294033"/>
              <a:gd name="connsiteX7" fmla="*/ 3600823 w 6043520"/>
              <a:gd name="connsiteY7" fmla="*/ 0 h 529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3520" h="5294033">
                <a:moveTo>
                  <a:pt x="3600823" y="0"/>
                </a:moveTo>
                <a:cubicBezTo>
                  <a:pt x="4470871" y="0"/>
                  <a:pt x="5268847" y="308574"/>
                  <a:pt x="5891281" y="822253"/>
                </a:cubicBezTo>
                <a:lnTo>
                  <a:pt x="6043520" y="960617"/>
                </a:lnTo>
                <a:lnTo>
                  <a:pt x="6043520" y="5294033"/>
                </a:lnTo>
                <a:lnTo>
                  <a:pt x="423445" y="5294033"/>
                </a:lnTo>
                <a:lnTo>
                  <a:pt x="282971" y="5002426"/>
                </a:lnTo>
                <a:cubicBezTo>
                  <a:pt x="100759" y="4571630"/>
                  <a:pt x="0" y="4097993"/>
                  <a:pt x="0" y="3600823"/>
                </a:cubicBezTo>
                <a:cubicBezTo>
                  <a:pt x="0" y="1612143"/>
                  <a:pt x="1612143" y="0"/>
                  <a:pt x="36008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81E86DD-89E6-42B2-8675-84B7C56BF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50534" y="1716727"/>
            <a:ext cx="4572000" cy="45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A cup of coffee on a desk&#10;&#10;AI-generated content may be incorrect.">
            <a:extLst>
              <a:ext uri="{FF2B5EF4-FFF2-40B4-BE49-F238E27FC236}">
                <a16:creationId xmlns:a16="http://schemas.microsoft.com/office/drawing/2014/main" id="{A0417768-6942-5D60-B573-464FBD9B0E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756"/>
          <a:stretch/>
        </p:blipFill>
        <p:spPr>
          <a:xfrm>
            <a:off x="1" y="1"/>
            <a:ext cx="5017099" cy="4718647"/>
          </a:xfrm>
          <a:custGeom>
            <a:avLst/>
            <a:gdLst/>
            <a:ahLst/>
            <a:cxnLst/>
            <a:rect l="l" t="t" r="r" b="b"/>
            <a:pathLst>
              <a:path w="5017099" h="4718647">
                <a:moveTo>
                  <a:pt x="0" y="0"/>
                </a:moveTo>
                <a:lnTo>
                  <a:pt x="4599738" y="0"/>
                </a:lnTo>
                <a:lnTo>
                  <a:pt x="4636346" y="60259"/>
                </a:lnTo>
                <a:cubicBezTo>
                  <a:pt x="4879170" y="507256"/>
                  <a:pt x="5017099" y="1019504"/>
                  <a:pt x="5017099" y="1563967"/>
                </a:cubicBezTo>
                <a:cubicBezTo>
                  <a:pt x="5017099" y="3306249"/>
                  <a:pt x="3604701" y="4718647"/>
                  <a:pt x="1862419" y="4718647"/>
                </a:cubicBezTo>
                <a:cubicBezTo>
                  <a:pt x="1209063" y="4718647"/>
                  <a:pt x="602098" y="4520029"/>
                  <a:pt x="98607" y="4179877"/>
                </a:cubicBezTo>
                <a:lnTo>
                  <a:pt x="0" y="4106140"/>
                </a:lnTo>
                <a:close/>
              </a:path>
            </a:pathLst>
          </a:custGeom>
        </p:spPr>
      </p:pic>
      <p:pic>
        <p:nvPicPr>
          <p:cNvPr id="23" name="Picture 22" descr="A person standing in front of a chalkboard&#10;&#10;AI-generated content may be incorrect.">
            <a:extLst>
              <a:ext uri="{FF2B5EF4-FFF2-40B4-BE49-F238E27FC236}">
                <a16:creationId xmlns:a16="http://schemas.microsoft.com/office/drawing/2014/main" id="{B48EED47-7481-09F1-CCA3-7F53667147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00" r="21251" b="1"/>
          <a:stretch/>
        </p:blipFill>
        <p:spPr>
          <a:xfrm>
            <a:off x="3287694" y="1853886"/>
            <a:ext cx="4297680" cy="4297680"/>
          </a:xfrm>
          <a:custGeom>
            <a:avLst/>
            <a:gdLst/>
            <a:ahLst/>
            <a:cxnLst/>
            <a:rect l="l" t="t" r="r" b="b"/>
            <a:pathLst>
              <a:path w="4297680" h="4297680">
                <a:moveTo>
                  <a:pt x="2148840" y="0"/>
                </a:moveTo>
                <a:cubicBezTo>
                  <a:pt x="3335612" y="0"/>
                  <a:pt x="4297680" y="962068"/>
                  <a:pt x="4297680" y="2148840"/>
                </a:cubicBezTo>
                <a:cubicBezTo>
                  <a:pt x="4297680" y="3335612"/>
                  <a:pt x="3335612" y="4297680"/>
                  <a:pt x="2148840" y="4297680"/>
                </a:cubicBezTo>
                <a:cubicBezTo>
                  <a:pt x="962068" y="4297680"/>
                  <a:pt x="0" y="3335612"/>
                  <a:pt x="0" y="2148840"/>
                </a:cubicBezTo>
                <a:cubicBezTo>
                  <a:pt x="0" y="962068"/>
                  <a:pt x="962068" y="0"/>
                  <a:pt x="2148840" y="0"/>
                </a:cubicBezTo>
                <a:close/>
              </a:path>
            </a:pathLst>
          </a:custGeom>
        </p:spPr>
      </p:pic>
      <p:pic>
        <p:nvPicPr>
          <p:cNvPr id="27" name="Picture 26" descr="A person standing in front of a large screen&#10;&#10;AI-generated content may be incorrect.">
            <a:extLst>
              <a:ext uri="{FF2B5EF4-FFF2-40B4-BE49-F238E27FC236}">
                <a16:creationId xmlns:a16="http://schemas.microsoft.com/office/drawing/2014/main" id="{1AF52E07-D8C7-1E7E-8057-716DA2CDCC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104"/>
          <a:stretch/>
        </p:blipFill>
        <p:spPr>
          <a:xfrm>
            <a:off x="6283728" y="1699214"/>
            <a:ext cx="5908273" cy="5158786"/>
          </a:xfrm>
          <a:custGeom>
            <a:avLst/>
            <a:gdLst/>
            <a:ahLst/>
            <a:cxnLst/>
            <a:rect l="l" t="t" r="r" b="b"/>
            <a:pathLst>
              <a:path w="5908273" h="5158786">
                <a:moveTo>
                  <a:pt x="3465576" y="0"/>
                </a:moveTo>
                <a:cubicBezTo>
                  <a:pt x="4302945" y="0"/>
                  <a:pt x="5070948" y="296984"/>
                  <a:pt x="5670004" y="791369"/>
                </a:cubicBezTo>
                <a:lnTo>
                  <a:pt x="5908273" y="1007923"/>
                </a:lnTo>
                <a:lnTo>
                  <a:pt x="5908273" y="5158786"/>
                </a:lnTo>
                <a:lnTo>
                  <a:pt x="443374" y="5158786"/>
                </a:lnTo>
                <a:lnTo>
                  <a:pt x="418277" y="5117476"/>
                </a:lnTo>
                <a:cubicBezTo>
                  <a:pt x="151523" y="4626427"/>
                  <a:pt x="0" y="4063697"/>
                  <a:pt x="0" y="3465576"/>
                </a:cubicBezTo>
                <a:cubicBezTo>
                  <a:pt x="0" y="1551591"/>
                  <a:pt x="1551591" y="0"/>
                  <a:pt x="346557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9928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coffee on a desk&#10;&#10;AI-generated content may be incorrect.">
            <a:extLst>
              <a:ext uri="{FF2B5EF4-FFF2-40B4-BE49-F238E27FC236}">
                <a16:creationId xmlns:a16="http://schemas.microsoft.com/office/drawing/2014/main" id="{839716E8-8360-9176-A350-BC51A229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285750"/>
            <a:ext cx="4762500" cy="6286500"/>
          </a:xfrm>
          <a:prstGeom prst="rect">
            <a:avLst/>
          </a:prstGeom>
        </p:spPr>
      </p:pic>
      <p:pic>
        <p:nvPicPr>
          <p:cNvPr id="7" name="Picture 6" descr="A person standing in front of a chalkboard&#10;&#10;AI-generated content may be incorrect.">
            <a:extLst>
              <a:ext uri="{FF2B5EF4-FFF2-40B4-BE49-F238E27FC236}">
                <a16:creationId xmlns:a16="http://schemas.microsoft.com/office/drawing/2014/main" id="{5D80B2E2-4CED-B0F9-D646-B72A8B296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577850"/>
            <a:ext cx="7772400" cy="4362259"/>
          </a:xfrm>
          <a:prstGeom prst="rect">
            <a:avLst/>
          </a:prstGeom>
        </p:spPr>
      </p:pic>
      <p:pic>
        <p:nvPicPr>
          <p:cNvPr id="9" name="Picture 8" descr="A person standing in front of a large screen&#10;&#10;AI-generated content may be incorrect.">
            <a:extLst>
              <a:ext uri="{FF2B5EF4-FFF2-40B4-BE49-F238E27FC236}">
                <a16:creationId xmlns:a16="http://schemas.microsoft.com/office/drawing/2014/main" id="{25238845-6055-15C0-7570-6B1C6CEA4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0"/>
            <a:ext cx="7772400" cy="5829300"/>
          </a:xfrm>
          <a:prstGeom prst="rect">
            <a:avLst/>
          </a:prstGeom>
        </p:spPr>
      </p:pic>
      <p:pic>
        <p:nvPicPr>
          <p:cNvPr id="11" name="Picture 10" descr="A person pointing at a screen&#10;&#10;AI-generated content may be incorrect.">
            <a:extLst>
              <a:ext uri="{FF2B5EF4-FFF2-40B4-BE49-F238E27FC236}">
                <a16:creationId xmlns:a16="http://schemas.microsoft.com/office/drawing/2014/main" id="{8A9FD375-751E-0047-BED0-3EF898A75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0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6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Karim Anaya-Izquierdo</dc:creator>
  <cp:lastModifiedBy>Karim Anaya-Izquierdo</cp:lastModifiedBy>
  <cp:revision>1</cp:revision>
  <dcterms:created xsi:type="dcterms:W3CDTF">2025-04-03T13:09:46Z</dcterms:created>
  <dcterms:modified xsi:type="dcterms:W3CDTF">2025-04-03T14:01:33Z</dcterms:modified>
</cp:coreProperties>
</file>